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3aeb9a58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3aeb9a58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3aeb9a58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3aeb9a5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3aeb9a58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3aeb9a58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3aeb9a58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3aeb9a58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aeb9a58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3aeb9a58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aeb9a58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3aeb9a58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3aeb9a58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3aeb9a58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3aeb9a58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3aeb9a5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989650"/>
            <a:ext cx="8222100" cy="25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 Management &amp; Risk Optimization (D64–D68)</a:t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for Credit Risk, Segmentation &amp; Systemic Risk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Weekly Report Summary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Days 64–68, we explored how Machine Learning can help identify borrower risk, uncover hidden behaviors, and anticipate market-wide stress events. This presentation walks through the journey from micro-level credit scoring to macro-level systemic risk modeling, presenting insights that strengthen modern portfolio risk management.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applied across micro → macro risk layers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 → best credit scoring model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K-Means revealed meaningful high-risk borrower clusters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Bayesian Network showed how equity shocks propagate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Foundation set for deeper model tuning &amp; systemic stress testing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Foundations in Risk (D64)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ML Applications: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Classification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Clustering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Systemic Risk Modeling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quality issues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Interpretability requirements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market environments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Credit Risk Modeling (D65)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 borrowers; 70% good, 30% bad credit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 0.8011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 0.7932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 = best + most interpretable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predictors: savings status, checking account, loan purpose, duration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Benchmarking (D66)	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Results: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Accuracy: 0.7233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AUC: 0.7558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LR &gt; RF &gt; XGBoost (for this dataset)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Simple interpretable models outperform complex ones on small structured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Segmentation (D67)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K-Means Clusters: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0 – High Risk: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41.67% default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1 – Moderate Risk: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29.86% default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High-risk group → long duration, high loan amount, unstable employment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Validates supervised model findings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 (D67)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DBSCAN: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Labeled 1000 anomalies, 0 clusters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high feature heterogeneity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parameter tuning &amp; scaling refinements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Systemic Risk Propagation (D68)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Bayesian Network Nodes: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Equity → FX → Bond Yields → Credit Spreads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 Shock (~20% drop):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FX depreciate ↑ +62%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Credit spreads widen ↑ +36.6%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Bond yields ↓ –9.53%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Implication: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Equity shocks rapidly propagate; FX &amp; credit spreads are early stress indicators.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 &amp; Next Steps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Interpretability matters more than complexity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clusters align with default patterns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Systemic contagion can be modeled transparently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SMOTE / cost-sensitive learning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Deeper tuning for RF &amp; XGBoost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SHAP explainability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systemic stress-testing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